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5486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1887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18288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24688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5486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1887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18288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24688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5486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0" y="11887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3760" y="18288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0" y="24688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0" y="5486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11887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18288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24688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5486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11887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0" y="18288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3920" y="24688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2801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Instinct</a:t>
            </a:r>
            <a:endParaRPr lang="en-US" sz="7200" dirty="0"/>
          </a:p>
        </p:txBody>
      </p:sp>
      <p:sp>
        <p:nvSpPr>
          <p:cNvPr id="24" name="Text 22"/>
          <p:cNvSpPr/>
          <p:nvPr/>
        </p:nvSpPr>
        <p:spPr>
          <a:xfrm>
            <a:off x="457200" y="23317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Dating on autopilot.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" y="2971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learns your taste. Swipes for you. Gets you on real dates.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with dating apps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34440"/>
            <a:ext cx="26060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2606040" cy="64008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54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5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hrs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time spent swiping per week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971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matches never lead anywhere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060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234440"/>
            <a:ext cx="2606040" cy="64008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554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5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1.7%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337560" y="2423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match rate on Tinder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971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optimization ≠ your taste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060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234440"/>
            <a:ext cx="2606040" cy="64008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554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5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172200" y="2423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users report app fatigue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2971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are quitting, not converting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Dating apps are optimized for engagement — not for getting you off the app.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Instinct learns your taste from a handful of swipes,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takes over — swiping, filtering, and surfacing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matches worth your time.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0" y="1234440"/>
            <a:ext cx="457200" cy="457200"/>
          </a:xfrm>
          <a:prstGeom prst="ellipse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2356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23560" y="1508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~10 profiles. The AI learns your visual &amp; personality preferences.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2331720"/>
            <a:ext cx="457200" cy="457200"/>
          </a:xfrm>
          <a:prstGeom prst="ellipse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23560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2356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auto-swipe. Instinct runs in the background, 24/7.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29000"/>
            <a:ext cx="457200" cy="457200"/>
          </a:xfrm>
          <a:prstGeom prst="ellipse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23560" y="3429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623560" y="3703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only high-confidence matches. Open the app to real conversations.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30368" y="1719072"/>
            <a:ext cx="54864" cy="429768"/>
          </a:xfrm>
          <a:prstGeom prst="rect">
            <a:avLst/>
          </a:prstGeom>
          <a:solidFill>
            <a:srgbClr val="E8503A">
              <a:alpha val="40000"/>
            </a:srgbClr>
          </a:solidFill>
          <a:ln w="12700">
            <a:solidFill>
              <a:srgbClr val="E8503A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30368" y="2816352"/>
            <a:ext cx="54864" cy="429768"/>
          </a:xfrm>
          <a:prstGeom prst="rect">
            <a:avLst/>
          </a:prstGeom>
          <a:solidFill>
            <a:srgbClr val="E8503A">
              <a:alpha val="40000"/>
            </a:srgbClr>
          </a:solidFill>
          <a:ln w="12700">
            <a:solidFill>
              <a:srgbClr val="E8503A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AI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3977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54864" cy="1371600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Multimodal embeddings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run through CLIP. Bios and prompts through a text model. Combined into one profile vector per user.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77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88720"/>
            <a:ext cx="54864" cy="1371600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258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Per-user classifier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6420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swipes train a lightweight model on your embedding space. Super-likes weight 3×. Fast passes signal strong disinterest.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3977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43200"/>
            <a:ext cx="54864" cy="1371600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803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scoring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21868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gets a match probability. Conservative mode: &gt;80% threshold. Aggressive: &gt;55%. You control the dial.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743200"/>
            <a:ext cx="3977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743200"/>
            <a:ext cx="54864" cy="1371600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8803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 learning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21868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retrains in batches as you swipe. After 50 swipes, accuracy exceeds most people's conscious preferences.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34440"/>
            <a:ext cx="2606040" cy="24688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17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5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$15B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online dating market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0906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2025, growing 8% YoY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06040" cy="24688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417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5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0040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$3.2B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37560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dating apps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30906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&lt;35s use AI platforms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06040" cy="24688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417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5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03504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$180M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72200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early adopters, yr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30906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Swipe-fatigued, tech-forward singles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Tinder lost 10% MAUs YoY in 2024. Users want out — they just need a better option.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1645920" cy="36576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1143000"/>
            <a:ext cx="1554480" cy="36576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1143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Auto-swipe 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1143000"/>
            <a:ext cx="1554480" cy="36576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143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message assist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1143000"/>
            <a:ext cx="1554480" cy="36576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143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Venue integration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1143000"/>
            <a:ext cx="1554480" cy="36576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143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User-trained model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508760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5087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Tinder / Hinge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11680" y="1508760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15087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66160" y="1508760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15087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20640" y="1508760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15087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0" y="1508760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5087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1965960"/>
            <a:ext cx="1645920" cy="43891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9659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Bumble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011680" y="1965960"/>
            <a:ext cx="1554480" cy="43891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0" y="19659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566160" y="1965960"/>
            <a:ext cx="1554480" cy="43891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19659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120640" y="1965960"/>
            <a:ext cx="1554480" cy="43891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19659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675120" y="1965960"/>
            <a:ext cx="1554480" cy="43891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19659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65760" y="2423160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4231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Fate (London)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011680" y="2423160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11680" y="24231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566160" y="2423160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0" y="24231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120640" y="2423160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0" y="24231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675120" y="2423160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24231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2880360"/>
            <a:ext cx="1645920" cy="438912"/>
          </a:xfrm>
          <a:prstGeom prst="rect">
            <a:avLst/>
          </a:prstGeom>
          <a:solidFill>
            <a:srgbClr val="FFF0E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28803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Instinct ✦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011680" y="2880360"/>
            <a:ext cx="1554480" cy="438912"/>
          </a:xfrm>
          <a:prstGeom prst="rect">
            <a:avLst/>
          </a:prstGeom>
          <a:solidFill>
            <a:srgbClr val="FFF0E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11680" y="2880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566160" y="2880360"/>
            <a:ext cx="1554480" cy="438912"/>
          </a:xfrm>
          <a:prstGeom prst="rect">
            <a:avLst/>
          </a:prstGeom>
          <a:solidFill>
            <a:srgbClr val="FFF0E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66160" y="2880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120640" y="2880360"/>
            <a:ext cx="1554480" cy="438912"/>
          </a:xfrm>
          <a:prstGeom prst="rect">
            <a:avLst/>
          </a:prstGeom>
          <a:solidFill>
            <a:srgbClr val="FFF0E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0" y="2880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675120" y="2880360"/>
            <a:ext cx="1554480" cy="438912"/>
          </a:xfrm>
          <a:prstGeom prst="rect">
            <a:avLst/>
          </a:prstGeom>
          <a:solidFill>
            <a:srgbClr val="FFF0E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75120" y="2880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has shipped true auto-swipe with a per-user trained model.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34440"/>
            <a:ext cx="2606040" cy="283464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17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8470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5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3957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Manual swiping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77977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Basic matching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16382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3 AI message suggestions/day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06040" cy="2834640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234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0" y="15361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Instinct+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0400" y="19659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$19/mo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83280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Full auto-swipe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8986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Unlimited AI message assist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328269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Advanced preference tuning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234440"/>
            <a:ext cx="2606040" cy="283464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417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Venue partner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035040" y="18470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5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 share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17920" y="23957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Restaurant/bar placement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277977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Discount redemption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316382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Foot traffic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920240"/>
            <a:ext cx="7406640" cy="36576"/>
          </a:xfrm>
          <a:prstGeom prst="rect">
            <a:avLst/>
          </a:prstGeom>
          <a:solidFill>
            <a:srgbClr val="E8503A">
              <a:alpha val="50000"/>
            </a:srgbClr>
          </a:solidFill>
          <a:ln w="12700">
            <a:solidFill>
              <a:srgbClr val="E8503A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737360"/>
            <a:ext cx="365760" cy="365760"/>
          </a:xfrm>
          <a:prstGeom prst="ellipse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Beta launch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334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500 waitlist users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809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Core AI swipe engine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284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iOS app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71800" y="1737360"/>
            <a:ext cx="365760" cy="365760"/>
          </a:xfrm>
          <a:prstGeom prst="ellipse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234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240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6334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5K active users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29809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Venue partnerships (NYC pilot)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33284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message assist v1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1737360"/>
            <a:ext cx="365760" cy="365760"/>
          </a:xfrm>
          <a:prstGeom prst="ellipse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234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2027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2240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26334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50K users, 3 cities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29809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Android launch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33284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Model accuracy &gt;90%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95160" y="1737360"/>
            <a:ext cx="365760" cy="365760"/>
          </a:xfrm>
          <a:prstGeom prst="ellipse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234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2027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240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Series 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26334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Revenue &gt;$200K MRR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29809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National venue network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3284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Raise $8–12M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058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$2M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74320" y="20116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 Round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2880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runway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822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of funds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640080" cy="411480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4630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32120" y="1463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AI infrastructure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148840"/>
            <a:ext cx="640080" cy="411480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1488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2148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user acquisition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640080" cy="411480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8346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32120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partnership BD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520440"/>
            <a:ext cx="640080" cy="411480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520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3212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legal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42062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FF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to own AI-first dating is open.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FF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Instinct is built to close it.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Instinct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FF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knows your type.</a:t>
            </a:r>
            <a:endParaRPr lang="en-US" sz="2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FF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do the swiping.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hello@instinct.app  ·  instinct.app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Instinct — Investor Pitch</dc:title>
  <dc:subject>PptxGenJS Presentation</dc:subject>
  <dc:creator>PptxGenJS</dc:creator>
  <cp:lastModifiedBy>PptxGenJS</cp:lastModifiedBy>
  <cp:revision>1</cp:revision>
  <dcterms:created xsi:type="dcterms:W3CDTF">2026-05-31T22:22:08Z</dcterms:created>
  <dcterms:modified xsi:type="dcterms:W3CDTF">2026-05-31T22:22:08Z</dcterms:modified>
</cp:coreProperties>
</file>